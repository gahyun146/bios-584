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7" r:id="rId2"/>
  </p:sldIdLst>
  <p:sldSz cx="42062400" cy="3291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ED7C29-A15B-4271-AD88-6C89E87B52B2}" v="154" dt="2025-11-25T03:27:47.4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7419" autoAdjust="0"/>
  </p:normalViewPr>
  <p:slideViewPr>
    <p:cSldViewPr>
      <p:cViewPr varScale="1">
        <p:scale>
          <a:sx n="34" d="100"/>
          <a:sy n="34" d="100"/>
        </p:scale>
        <p:origin x="2004" y="108"/>
      </p:cViewPr>
      <p:guideLst>
        <p:guide orient="horz" pos="2160"/>
        <p:guide pos="2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m, Gahyun" userId="846de3d3-3137-4b58-93cc-58f4f717deca" providerId="ADAL" clId="{EEF77876-167B-48CF-9C46-035E01810706}"/>
    <pc:docChg chg="undo custSel addSld delSld modSld modMainMaster modNotesMaster">
      <pc:chgData name="Lim, Gahyun" userId="846de3d3-3137-4b58-93cc-58f4f717deca" providerId="ADAL" clId="{EEF77876-167B-48CF-9C46-035E01810706}" dt="2025-11-25T03:38:49.688" v="2331" actId="1037"/>
      <pc:docMkLst>
        <pc:docMk/>
      </pc:docMkLst>
      <pc:sldChg chg="addSp delSp modSp del mod">
        <pc:chgData name="Lim, Gahyun" userId="846de3d3-3137-4b58-93cc-58f4f717deca" providerId="ADAL" clId="{EEF77876-167B-48CF-9C46-035E01810706}" dt="2025-11-25T03:20:16.702" v="2046" actId="47"/>
        <pc:sldMkLst>
          <pc:docMk/>
          <pc:sldMk cId="0" sldId="256"/>
        </pc:sldMkLst>
        <pc:spChg chg="mod">
          <ac:chgData name="Lim, Gahyun" userId="846de3d3-3137-4b58-93cc-58f4f717deca" providerId="ADAL" clId="{EEF77876-167B-48CF-9C46-035E01810706}" dt="2025-11-25T03:18:34.742" v="2003"/>
          <ac:spMkLst>
            <pc:docMk/>
            <pc:sldMk cId="0" sldId="256"/>
            <ac:spMk id="8" creationId="{00000000-0000-0000-0000-000000000000}"/>
          </ac:spMkLst>
        </pc:spChg>
        <pc:spChg chg="mod">
          <ac:chgData name="Lim, Gahyun" userId="846de3d3-3137-4b58-93cc-58f4f717deca" providerId="ADAL" clId="{EEF77876-167B-48CF-9C46-035E01810706}" dt="2025-11-25T03:18:34.742" v="2003"/>
          <ac:spMkLst>
            <pc:docMk/>
            <pc:sldMk cId="0" sldId="256"/>
            <ac:spMk id="9" creationId="{00000000-0000-0000-0000-000000000000}"/>
          </ac:spMkLst>
        </pc:spChg>
        <pc:spChg chg="mod">
          <ac:chgData name="Lim, Gahyun" userId="846de3d3-3137-4b58-93cc-58f4f717deca" providerId="ADAL" clId="{EEF77876-167B-48CF-9C46-035E01810706}" dt="2025-11-25T03:18:34.742" v="2003"/>
          <ac:spMkLst>
            <pc:docMk/>
            <pc:sldMk cId="0" sldId="256"/>
            <ac:spMk id="16" creationId="{00000000-0000-0000-0000-000000000000}"/>
          </ac:spMkLst>
        </pc:spChg>
        <pc:spChg chg="mod">
          <ac:chgData name="Lim, Gahyun" userId="846de3d3-3137-4b58-93cc-58f4f717deca" providerId="ADAL" clId="{EEF77876-167B-48CF-9C46-035E01810706}" dt="2025-11-25T03:18:34.742" v="2003"/>
          <ac:spMkLst>
            <pc:docMk/>
            <pc:sldMk cId="0" sldId="256"/>
            <ac:spMk id="19" creationId="{00000000-0000-0000-0000-000000000000}"/>
          </ac:spMkLst>
        </pc:spChg>
        <pc:spChg chg="mod">
          <ac:chgData name="Lim, Gahyun" userId="846de3d3-3137-4b58-93cc-58f4f717deca" providerId="ADAL" clId="{EEF77876-167B-48CF-9C46-035E01810706}" dt="2025-11-25T03:18:34.742" v="2003"/>
          <ac:spMkLst>
            <pc:docMk/>
            <pc:sldMk cId="0" sldId="256"/>
            <ac:spMk id="30" creationId="{00000000-0000-0000-0000-000000000000}"/>
          </ac:spMkLst>
        </pc:spChg>
        <pc:spChg chg="mod">
          <ac:chgData name="Lim, Gahyun" userId="846de3d3-3137-4b58-93cc-58f4f717deca" providerId="ADAL" clId="{EEF77876-167B-48CF-9C46-035E01810706}" dt="2025-11-25T03:18:34.742" v="2003"/>
          <ac:spMkLst>
            <pc:docMk/>
            <pc:sldMk cId="0" sldId="256"/>
            <ac:spMk id="33" creationId="{00000000-0000-0000-0000-000000000000}"/>
          </ac:spMkLst>
        </pc:spChg>
        <pc:spChg chg="mod">
          <ac:chgData name="Lim, Gahyun" userId="846de3d3-3137-4b58-93cc-58f4f717deca" providerId="ADAL" clId="{EEF77876-167B-48CF-9C46-035E01810706}" dt="2025-11-25T03:18:34.742" v="2003"/>
          <ac:spMkLst>
            <pc:docMk/>
            <pc:sldMk cId="0" sldId="256"/>
            <ac:spMk id="36" creationId="{00000000-0000-0000-0000-000000000000}"/>
          </ac:spMkLst>
        </pc:spChg>
        <pc:spChg chg="mod">
          <ac:chgData name="Lim, Gahyun" userId="846de3d3-3137-4b58-93cc-58f4f717deca" providerId="ADAL" clId="{EEF77876-167B-48CF-9C46-035E01810706}" dt="2025-11-25T03:18:34.742" v="2003"/>
          <ac:spMkLst>
            <pc:docMk/>
            <pc:sldMk cId="0" sldId="256"/>
            <ac:spMk id="37" creationId="{00000000-0000-0000-0000-000000000000}"/>
          </ac:spMkLst>
        </pc:spChg>
        <pc:spChg chg="mod">
          <ac:chgData name="Lim, Gahyun" userId="846de3d3-3137-4b58-93cc-58f4f717deca" providerId="ADAL" clId="{EEF77876-167B-48CF-9C46-035E01810706}" dt="2025-11-25T03:18:34.742" v="2003"/>
          <ac:spMkLst>
            <pc:docMk/>
            <pc:sldMk cId="0" sldId="256"/>
            <ac:spMk id="39" creationId="{00000000-0000-0000-0000-000000000000}"/>
          </ac:spMkLst>
        </pc:spChg>
        <pc:spChg chg="mod">
          <ac:chgData name="Lim, Gahyun" userId="846de3d3-3137-4b58-93cc-58f4f717deca" providerId="ADAL" clId="{EEF77876-167B-48CF-9C46-035E01810706}" dt="2025-11-25T03:18:34.742" v="2003"/>
          <ac:spMkLst>
            <pc:docMk/>
            <pc:sldMk cId="0" sldId="256"/>
            <ac:spMk id="41" creationId="{00000000-0000-0000-0000-000000000000}"/>
          </ac:spMkLst>
        </pc:spChg>
        <pc:spChg chg="add del mod">
          <ac:chgData name="Lim, Gahyun" userId="846de3d3-3137-4b58-93cc-58f4f717deca" providerId="ADAL" clId="{EEF77876-167B-48CF-9C46-035E01810706}" dt="2025-11-24T17:08:19.443" v="7" actId="478"/>
          <ac:spMkLst>
            <pc:docMk/>
            <pc:sldMk cId="0" sldId="256"/>
            <ac:spMk id="42" creationId="{B9DDF71A-87B5-3E7F-A12D-25EF34104D53}"/>
          </ac:spMkLst>
        </pc:spChg>
      </pc:sldChg>
      <pc:sldChg chg="addSp delSp modSp new mod modNotes">
        <pc:chgData name="Lim, Gahyun" userId="846de3d3-3137-4b58-93cc-58f4f717deca" providerId="ADAL" clId="{EEF77876-167B-48CF-9C46-035E01810706}" dt="2025-11-25T03:38:49.688" v="2331" actId="1037"/>
        <pc:sldMkLst>
          <pc:docMk/>
          <pc:sldMk cId="2946402358" sldId="257"/>
        </pc:sldMkLst>
        <pc:spChg chg="add mod ord">
          <ac:chgData name="Lim, Gahyun" userId="846de3d3-3137-4b58-93cc-58f4f717deca" providerId="ADAL" clId="{EEF77876-167B-48CF-9C46-035E01810706}" dt="2025-11-25T03:22:49.661" v="2077" actId="1076"/>
          <ac:spMkLst>
            <pc:docMk/>
            <pc:sldMk cId="2946402358" sldId="257"/>
            <ac:spMk id="4" creationId="{8290A001-D5E1-4C96-509B-28692DD9DCDD}"/>
          </ac:spMkLst>
        </pc:spChg>
        <pc:spChg chg="add mod">
          <ac:chgData name="Lim, Gahyun" userId="846de3d3-3137-4b58-93cc-58f4f717deca" providerId="ADAL" clId="{EEF77876-167B-48CF-9C46-035E01810706}" dt="2025-11-25T03:38:49.688" v="2331" actId="1037"/>
          <ac:spMkLst>
            <pc:docMk/>
            <pc:sldMk cId="2946402358" sldId="257"/>
            <ac:spMk id="5" creationId="{D7CD3EBC-6E35-8BE7-B208-68DDDF0EFA09}"/>
          </ac:spMkLst>
        </pc:spChg>
        <pc:spChg chg="add mod">
          <ac:chgData name="Lim, Gahyun" userId="846de3d3-3137-4b58-93cc-58f4f717deca" providerId="ADAL" clId="{EEF77876-167B-48CF-9C46-035E01810706}" dt="2025-11-25T03:38:49.688" v="2331" actId="1037"/>
          <ac:spMkLst>
            <pc:docMk/>
            <pc:sldMk cId="2946402358" sldId="257"/>
            <ac:spMk id="6" creationId="{8646D74F-5E61-6636-B359-1331D87B5684}"/>
          </ac:spMkLst>
        </pc:spChg>
        <pc:spChg chg="add mod">
          <ac:chgData name="Lim, Gahyun" userId="846de3d3-3137-4b58-93cc-58f4f717deca" providerId="ADAL" clId="{EEF77876-167B-48CF-9C46-035E01810706}" dt="2025-11-25T03:18:46.225" v="2016" actId="1037"/>
          <ac:spMkLst>
            <pc:docMk/>
            <pc:sldMk cId="2946402358" sldId="257"/>
            <ac:spMk id="7" creationId="{C64808D1-3ECD-B704-0742-A221BA880B9F}"/>
          </ac:spMkLst>
        </pc:spChg>
        <pc:spChg chg="add mod">
          <ac:chgData name="Lim, Gahyun" userId="846de3d3-3137-4b58-93cc-58f4f717deca" providerId="ADAL" clId="{EEF77876-167B-48CF-9C46-035E01810706}" dt="2025-11-25T03:18:46.225" v="2016" actId="1037"/>
          <ac:spMkLst>
            <pc:docMk/>
            <pc:sldMk cId="2946402358" sldId="257"/>
            <ac:spMk id="9" creationId="{97243AD7-DD98-3E48-57E4-0501886E7B3A}"/>
          </ac:spMkLst>
        </pc:spChg>
        <pc:spChg chg="add mod">
          <ac:chgData name="Lim, Gahyun" userId="846de3d3-3137-4b58-93cc-58f4f717deca" providerId="ADAL" clId="{EEF77876-167B-48CF-9C46-035E01810706}" dt="2025-11-25T03:19:01.752" v="2017" actId="14100"/>
          <ac:spMkLst>
            <pc:docMk/>
            <pc:sldMk cId="2946402358" sldId="257"/>
            <ac:spMk id="10" creationId="{9828AA8D-4BF1-98D3-593C-7E9D354DB9E8}"/>
          </ac:spMkLst>
        </pc:spChg>
        <pc:spChg chg="add mod">
          <ac:chgData name="Lim, Gahyun" userId="846de3d3-3137-4b58-93cc-58f4f717deca" providerId="ADAL" clId="{EEF77876-167B-48CF-9C46-035E01810706}" dt="2025-11-25T03:37:43.683" v="2311" actId="1036"/>
          <ac:spMkLst>
            <pc:docMk/>
            <pc:sldMk cId="2946402358" sldId="257"/>
            <ac:spMk id="11" creationId="{9BBC0C3A-9EE8-2EA0-AF02-99976FC6495B}"/>
          </ac:spMkLst>
        </pc:spChg>
        <pc:spChg chg="add del mod">
          <ac:chgData name="Lim, Gahyun" userId="846de3d3-3137-4b58-93cc-58f4f717deca" providerId="ADAL" clId="{EEF77876-167B-48CF-9C46-035E01810706}" dt="2025-11-25T03:12:58.422" v="1908" actId="478"/>
          <ac:spMkLst>
            <pc:docMk/>
            <pc:sldMk cId="2946402358" sldId="257"/>
            <ac:spMk id="12" creationId="{794CA911-E0BB-77E5-44E3-A6118778AFD0}"/>
          </ac:spMkLst>
        </pc:spChg>
        <pc:spChg chg="add del mod">
          <ac:chgData name="Lim, Gahyun" userId="846de3d3-3137-4b58-93cc-58f4f717deca" providerId="ADAL" clId="{EEF77876-167B-48CF-9C46-035E01810706}" dt="2025-11-25T01:45:48.015" v="1322" actId="478"/>
          <ac:spMkLst>
            <pc:docMk/>
            <pc:sldMk cId="2946402358" sldId="257"/>
            <ac:spMk id="13" creationId="{130C8CD0-1AD6-2CB9-70F1-ECB0ED202228}"/>
          </ac:spMkLst>
        </pc:spChg>
        <pc:spChg chg="add mod">
          <ac:chgData name="Lim, Gahyun" userId="846de3d3-3137-4b58-93cc-58f4f717deca" providerId="ADAL" clId="{EEF77876-167B-48CF-9C46-035E01810706}" dt="2025-11-25T03:18:46.225" v="2016" actId="1037"/>
          <ac:spMkLst>
            <pc:docMk/>
            <pc:sldMk cId="2946402358" sldId="257"/>
            <ac:spMk id="14" creationId="{460E7E79-E194-AA94-CEB7-7DBEC5D2D9A9}"/>
          </ac:spMkLst>
        </pc:spChg>
        <pc:spChg chg="add mod">
          <ac:chgData name="Lim, Gahyun" userId="846de3d3-3137-4b58-93cc-58f4f717deca" providerId="ADAL" clId="{EEF77876-167B-48CF-9C46-035E01810706}" dt="2025-11-25T03:18:46.225" v="2016" actId="1037"/>
          <ac:spMkLst>
            <pc:docMk/>
            <pc:sldMk cId="2946402358" sldId="257"/>
            <ac:spMk id="15" creationId="{C7266698-124A-B173-6F21-F20DFE81483F}"/>
          </ac:spMkLst>
        </pc:spChg>
        <pc:spChg chg="add mod">
          <ac:chgData name="Lim, Gahyun" userId="846de3d3-3137-4b58-93cc-58f4f717deca" providerId="ADAL" clId="{EEF77876-167B-48CF-9C46-035E01810706}" dt="2025-11-25T03:18:46.225" v="2016" actId="1037"/>
          <ac:spMkLst>
            <pc:docMk/>
            <pc:sldMk cId="2946402358" sldId="257"/>
            <ac:spMk id="16" creationId="{8B01D47A-D043-7B3E-547E-4A831C52C0B3}"/>
          </ac:spMkLst>
        </pc:spChg>
        <pc:spChg chg="add mod">
          <ac:chgData name="Lim, Gahyun" userId="846de3d3-3137-4b58-93cc-58f4f717deca" providerId="ADAL" clId="{EEF77876-167B-48CF-9C46-035E01810706}" dt="2025-11-25T03:18:46.225" v="2016" actId="1037"/>
          <ac:spMkLst>
            <pc:docMk/>
            <pc:sldMk cId="2946402358" sldId="257"/>
            <ac:spMk id="17" creationId="{BB431B8D-2BA7-9604-55E5-126DCCED77D9}"/>
          </ac:spMkLst>
        </pc:spChg>
        <pc:spChg chg="add del">
          <ac:chgData name="Lim, Gahyun" userId="846de3d3-3137-4b58-93cc-58f4f717deca" providerId="ADAL" clId="{EEF77876-167B-48CF-9C46-035E01810706}" dt="2025-11-25T01:17:27.341" v="755" actId="22"/>
          <ac:spMkLst>
            <pc:docMk/>
            <pc:sldMk cId="2946402358" sldId="257"/>
            <ac:spMk id="21" creationId="{2CC7129A-FF95-D820-4DF2-04198D92F05A}"/>
          </ac:spMkLst>
        </pc:spChg>
        <pc:spChg chg="add mod">
          <ac:chgData name="Lim, Gahyun" userId="846de3d3-3137-4b58-93cc-58f4f717deca" providerId="ADAL" clId="{EEF77876-167B-48CF-9C46-035E01810706}" dt="2025-11-25T03:18:34.742" v="2003"/>
          <ac:spMkLst>
            <pc:docMk/>
            <pc:sldMk cId="2946402358" sldId="257"/>
            <ac:spMk id="26" creationId="{AD48ABDD-A3F2-3EA1-1B35-0A58E7F4CA83}"/>
          </ac:spMkLst>
        </pc:spChg>
        <pc:spChg chg="add mod">
          <ac:chgData name="Lim, Gahyun" userId="846de3d3-3137-4b58-93cc-58f4f717deca" providerId="ADAL" clId="{EEF77876-167B-48CF-9C46-035E01810706}" dt="2025-11-25T03:18:46.225" v="2016" actId="1037"/>
          <ac:spMkLst>
            <pc:docMk/>
            <pc:sldMk cId="2946402358" sldId="257"/>
            <ac:spMk id="28" creationId="{9C2C75D6-F146-A878-42A0-79F8DE8B3EFB}"/>
          </ac:spMkLst>
        </pc:spChg>
        <pc:spChg chg="add mod">
          <ac:chgData name="Lim, Gahyun" userId="846de3d3-3137-4b58-93cc-58f4f717deca" providerId="ADAL" clId="{EEF77876-167B-48CF-9C46-035E01810706}" dt="2025-11-25T01:50:31.333" v="1440" actId="1036"/>
          <ac:spMkLst>
            <pc:docMk/>
            <pc:sldMk cId="2946402358" sldId="257"/>
            <ac:spMk id="30" creationId="{64C3C24C-C1A1-25A8-63EC-1E1CBBF2D0F1}"/>
          </ac:spMkLst>
        </pc:spChg>
        <pc:spChg chg="add mod">
          <ac:chgData name="Lim, Gahyun" userId="846de3d3-3137-4b58-93cc-58f4f717deca" providerId="ADAL" clId="{EEF77876-167B-48CF-9C46-035E01810706}" dt="2025-11-25T02:30:19.860" v="1712" actId="1076"/>
          <ac:spMkLst>
            <pc:docMk/>
            <pc:sldMk cId="2946402358" sldId="257"/>
            <ac:spMk id="35" creationId="{2B8CC9D7-A9A6-CE46-F5E7-DCD7C71777E1}"/>
          </ac:spMkLst>
        </pc:spChg>
        <pc:spChg chg="add mod">
          <ac:chgData name="Lim, Gahyun" userId="846de3d3-3137-4b58-93cc-58f4f717deca" providerId="ADAL" clId="{EEF77876-167B-48CF-9C46-035E01810706}" dt="2025-11-25T03:18:34.742" v="2003"/>
          <ac:spMkLst>
            <pc:docMk/>
            <pc:sldMk cId="2946402358" sldId="257"/>
            <ac:spMk id="36" creationId="{3EB773F9-F20A-AAD3-A72A-470C0026FAD4}"/>
          </ac:spMkLst>
        </pc:spChg>
        <pc:spChg chg="add del mod">
          <ac:chgData name="Lim, Gahyun" userId="846de3d3-3137-4b58-93cc-58f4f717deca" providerId="ADAL" clId="{EEF77876-167B-48CF-9C46-035E01810706}" dt="2025-11-25T01:36:02.514" v="1101" actId="478"/>
          <ac:spMkLst>
            <pc:docMk/>
            <pc:sldMk cId="2946402358" sldId="257"/>
            <ac:spMk id="37" creationId="{7AFE5053-9E42-0FB6-EC0A-719CC13A0EC8}"/>
          </ac:spMkLst>
        </pc:spChg>
        <pc:spChg chg="add mod">
          <ac:chgData name="Lim, Gahyun" userId="846de3d3-3137-4b58-93cc-58f4f717deca" providerId="ADAL" clId="{EEF77876-167B-48CF-9C46-035E01810706}" dt="2025-11-25T03:17:19.739" v="1987"/>
          <ac:spMkLst>
            <pc:docMk/>
            <pc:sldMk cId="2946402358" sldId="257"/>
            <ac:spMk id="38" creationId="{A6B83CE2-BED3-3BFE-11BA-E5C9A6F0ABF5}"/>
          </ac:spMkLst>
        </pc:spChg>
        <pc:spChg chg="add mod">
          <ac:chgData name="Lim, Gahyun" userId="846de3d3-3137-4b58-93cc-58f4f717deca" providerId="ADAL" clId="{EEF77876-167B-48CF-9C46-035E01810706}" dt="2025-11-25T02:49:32.062" v="1741" actId="1036"/>
          <ac:spMkLst>
            <pc:docMk/>
            <pc:sldMk cId="2946402358" sldId="257"/>
            <ac:spMk id="42" creationId="{1ECC7BF9-67CD-7278-325C-B50782C72754}"/>
          </ac:spMkLst>
        </pc:spChg>
        <pc:spChg chg="add mod">
          <ac:chgData name="Lim, Gahyun" userId="846de3d3-3137-4b58-93cc-58f4f717deca" providerId="ADAL" clId="{EEF77876-167B-48CF-9C46-035E01810706}" dt="2025-11-25T03:18:34.742" v="2003"/>
          <ac:spMkLst>
            <pc:docMk/>
            <pc:sldMk cId="2946402358" sldId="257"/>
            <ac:spMk id="44" creationId="{4CE5EE41-DB2D-27B8-63E7-E38B0B5AC54C}"/>
          </ac:spMkLst>
        </pc:spChg>
        <pc:spChg chg="add del mod">
          <ac:chgData name="Lim, Gahyun" userId="846de3d3-3137-4b58-93cc-58f4f717deca" providerId="ADAL" clId="{EEF77876-167B-48CF-9C46-035E01810706}" dt="2025-11-25T01:48:34.064" v="1377" actId="478"/>
          <ac:spMkLst>
            <pc:docMk/>
            <pc:sldMk cId="2946402358" sldId="257"/>
            <ac:spMk id="46" creationId="{D0EFFD3C-F710-CD4C-9819-4B3DC599659F}"/>
          </ac:spMkLst>
        </pc:spChg>
        <pc:spChg chg="add mod">
          <ac:chgData name="Lim, Gahyun" userId="846de3d3-3137-4b58-93cc-58f4f717deca" providerId="ADAL" clId="{EEF77876-167B-48CF-9C46-035E01810706}" dt="2025-11-25T03:18:46.225" v="2016" actId="1037"/>
          <ac:spMkLst>
            <pc:docMk/>
            <pc:sldMk cId="2946402358" sldId="257"/>
            <ac:spMk id="48" creationId="{DE45E52D-2282-B8B3-A91F-EF4FC3886A46}"/>
          </ac:spMkLst>
        </pc:spChg>
        <pc:spChg chg="add mod">
          <ac:chgData name="Lim, Gahyun" userId="846de3d3-3137-4b58-93cc-58f4f717deca" providerId="ADAL" clId="{EEF77876-167B-48CF-9C46-035E01810706}" dt="2025-11-25T03:32:46.782" v="2247" actId="1037"/>
          <ac:spMkLst>
            <pc:docMk/>
            <pc:sldMk cId="2946402358" sldId="257"/>
            <ac:spMk id="50" creationId="{0D991FEE-06A9-8EB5-490F-D90F96333C25}"/>
          </ac:spMkLst>
        </pc:spChg>
        <pc:spChg chg="add mod">
          <ac:chgData name="Lim, Gahyun" userId="846de3d3-3137-4b58-93cc-58f4f717deca" providerId="ADAL" clId="{EEF77876-167B-48CF-9C46-035E01810706}" dt="2025-11-25T03:35:57.188" v="2277" actId="1035"/>
          <ac:spMkLst>
            <pc:docMk/>
            <pc:sldMk cId="2946402358" sldId="257"/>
            <ac:spMk id="52" creationId="{1E3B9E91-8B06-0B87-EE2B-CE9208C8352F}"/>
          </ac:spMkLst>
        </pc:spChg>
        <pc:spChg chg="add mod">
          <ac:chgData name="Lim, Gahyun" userId="846de3d3-3137-4b58-93cc-58f4f717deca" providerId="ADAL" clId="{EEF77876-167B-48CF-9C46-035E01810706}" dt="2025-11-25T03:32:46.782" v="2247" actId="1037"/>
          <ac:spMkLst>
            <pc:docMk/>
            <pc:sldMk cId="2946402358" sldId="257"/>
            <ac:spMk id="54" creationId="{705F3906-BEB6-8553-502E-085F904D0F9B}"/>
          </ac:spMkLst>
        </pc:spChg>
        <pc:spChg chg="add mod">
          <ac:chgData name="Lim, Gahyun" userId="846de3d3-3137-4b58-93cc-58f4f717deca" providerId="ADAL" clId="{EEF77876-167B-48CF-9C46-035E01810706}" dt="2025-11-25T03:35:57.188" v="2277" actId="1035"/>
          <ac:spMkLst>
            <pc:docMk/>
            <pc:sldMk cId="2946402358" sldId="257"/>
            <ac:spMk id="56" creationId="{3BC279BC-899A-77E4-3D44-B70C65C55522}"/>
          </ac:spMkLst>
        </pc:spChg>
        <pc:spChg chg="add del mod">
          <ac:chgData name="Lim, Gahyun" userId="846de3d3-3137-4b58-93cc-58f4f717deca" providerId="ADAL" clId="{EEF77876-167B-48CF-9C46-035E01810706}" dt="2025-11-25T03:22:55.314" v="2079" actId="478"/>
          <ac:spMkLst>
            <pc:docMk/>
            <pc:sldMk cId="2946402358" sldId="257"/>
            <ac:spMk id="57" creationId="{366B7F3E-ED49-2171-AD88-DBD33E293AB9}"/>
          </ac:spMkLst>
        </pc:spChg>
        <pc:spChg chg="add mod">
          <ac:chgData name="Lim, Gahyun" userId="846de3d3-3137-4b58-93cc-58f4f717deca" providerId="ADAL" clId="{EEF77876-167B-48CF-9C46-035E01810706}" dt="2025-11-25T03:23:20.649" v="2098" actId="1038"/>
          <ac:spMkLst>
            <pc:docMk/>
            <pc:sldMk cId="2946402358" sldId="257"/>
            <ac:spMk id="58" creationId="{58DF5C43-8BE2-B940-341A-E5C6BB2A011E}"/>
          </ac:spMkLst>
        </pc:spChg>
        <pc:spChg chg="add mod">
          <ac:chgData name="Lim, Gahyun" userId="846de3d3-3137-4b58-93cc-58f4f717deca" providerId="ADAL" clId="{EEF77876-167B-48CF-9C46-035E01810706}" dt="2025-11-25T03:38:29.206" v="2327" actId="20577"/>
          <ac:spMkLst>
            <pc:docMk/>
            <pc:sldMk cId="2946402358" sldId="257"/>
            <ac:spMk id="60" creationId="{CD202DCA-F6CC-4AA7-9E75-F6F3D3760DC9}"/>
          </ac:spMkLst>
        </pc:spChg>
        <pc:grpChg chg="add mod ord">
          <ac:chgData name="Lim, Gahyun" userId="846de3d3-3137-4b58-93cc-58f4f717deca" providerId="ADAL" clId="{EEF77876-167B-48CF-9C46-035E01810706}" dt="2025-11-25T01:47:56.353" v="1374" actId="1036"/>
          <ac:grpSpMkLst>
            <pc:docMk/>
            <pc:sldMk cId="2946402358" sldId="257"/>
            <ac:grpSpMk id="41" creationId="{D9F98CB4-4924-AC64-D8B5-DBBB023A66A8}"/>
          </ac:grpSpMkLst>
        </pc:grpChg>
        <pc:graphicFrameChg chg="add del mod ord modGraphic">
          <ac:chgData name="Lim, Gahyun" userId="846de3d3-3137-4b58-93cc-58f4f717deca" providerId="ADAL" clId="{EEF77876-167B-48CF-9C46-035E01810706}" dt="2025-11-25T03:16:10.952" v="1985" actId="478"/>
          <ac:graphicFrameMkLst>
            <pc:docMk/>
            <pc:sldMk cId="2946402358" sldId="257"/>
            <ac:graphicFrameMk id="8" creationId="{465DFD7B-ACAE-4A8D-DCE6-9476BAF8700A}"/>
          </ac:graphicFrameMkLst>
        </pc:graphicFrameChg>
        <pc:graphicFrameChg chg="add mod modGraphic">
          <ac:chgData name="Lim, Gahyun" userId="846de3d3-3137-4b58-93cc-58f4f717deca" providerId="ADAL" clId="{EEF77876-167B-48CF-9C46-035E01810706}" dt="2025-11-25T03:35:36.709" v="2265" actId="14100"/>
          <ac:graphicFrameMkLst>
            <pc:docMk/>
            <pc:sldMk cId="2946402358" sldId="257"/>
            <ac:graphicFrameMk id="49" creationId="{3805F039-9C4E-D1E7-D374-650C1F40145C}"/>
          </ac:graphicFrameMkLst>
        </pc:graphicFrameChg>
        <pc:graphicFrameChg chg="add mod modGraphic">
          <ac:chgData name="Lim, Gahyun" userId="846de3d3-3137-4b58-93cc-58f4f717deca" providerId="ADAL" clId="{EEF77876-167B-48CF-9C46-035E01810706}" dt="2025-11-25T03:36:21.289" v="2281" actId="14100"/>
          <ac:graphicFrameMkLst>
            <pc:docMk/>
            <pc:sldMk cId="2946402358" sldId="257"/>
            <ac:graphicFrameMk id="51" creationId="{92EA9988-069A-A414-93EC-D042F9631E57}"/>
          </ac:graphicFrameMkLst>
        </pc:graphicFrameChg>
        <pc:graphicFrameChg chg="add mod modGraphic">
          <ac:chgData name="Lim, Gahyun" userId="846de3d3-3137-4b58-93cc-58f4f717deca" providerId="ADAL" clId="{EEF77876-167B-48CF-9C46-035E01810706}" dt="2025-11-25T03:35:45.716" v="2267" actId="14100"/>
          <ac:graphicFrameMkLst>
            <pc:docMk/>
            <pc:sldMk cId="2946402358" sldId="257"/>
            <ac:graphicFrameMk id="53" creationId="{ADBA1D5D-0A8A-75F2-8FC0-81F9349B1BEA}"/>
          </ac:graphicFrameMkLst>
        </pc:graphicFrameChg>
        <pc:graphicFrameChg chg="add mod modGraphic">
          <ac:chgData name="Lim, Gahyun" userId="846de3d3-3137-4b58-93cc-58f4f717deca" providerId="ADAL" clId="{EEF77876-167B-48CF-9C46-035E01810706}" dt="2025-11-25T03:37:40.681" v="2307" actId="14100"/>
          <ac:graphicFrameMkLst>
            <pc:docMk/>
            <pc:sldMk cId="2946402358" sldId="257"/>
            <ac:graphicFrameMk id="55" creationId="{5435AA70-6A29-C7E2-B527-A9B7B76F84EE}"/>
          </ac:graphicFrameMkLst>
        </pc:graphicFrameChg>
        <pc:picChg chg="add mod">
          <ac:chgData name="Lim, Gahyun" userId="846de3d3-3137-4b58-93cc-58f4f717deca" providerId="ADAL" clId="{EEF77876-167B-48CF-9C46-035E01810706}" dt="2025-11-25T03:19:30.875" v="2042" actId="1038"/>
          <ac:picMkLst>
            <pc:docMk/>
            <pc:sldMk cId="2946402358" sldId="257"/>
            <ac:picMk id="2" creationId="{80E19081-0847-4F8D-9EBC-FC8217CDB3DF}"/>
          </ac:picMkLst>
        </pc:picChg>
        <pc:picChg chg="add mod">
          <ac:chgData name="Lim, Gahyun" userId="846de3d3-3137-4b58-93cc-58f4f717deca" providerId="ADAL" clId="{EEF77876-167B-48CF-9C46-035E01810706}" dt="2025-11-25T03:19:30.875" v="2042" actId="1038"/>
          <ac:picMkLst>
            <pc:docMk/>
            <pc:sldMk cId="2946402358" sldId="257"/>
            <ac:picMk id="3" creationId="{B7908CCD-4F01-FC75-5C35-74CE6D605695}"/>
          </ac:picMkLst>
        </pc:picChg>
        <pc:picChg chg="add del mod">
          <ac:chgData name="Lim, Gahyun" userId="846de3d3-3137-4b58-93cc-58f4f717deca" providerId="ADAL" clId="{EEF77876-167B-48CF-9C46-035E01810706}" dt="2025-11-25T01:17:22.034" v="753" actId="478"/>
          <ac:picMkLst>
            <pc:docMk/>
            <pc:sldMk cId="2946402358" sldId="257"/>
            <ac:picMk id="19" creationId="{21F49091-74EA-3C1A-E2F1-6A5FC31F72BA}"/>
          </ac:picMkLst>
        </pc:picChg>
        <pc:picChg chg="add del mod">
          <ac:chgData name="Lim, Gahyun" userId="846de3d3-3137-4b58-93cc-58f4f717deca" providerId="ADAL" clId="{EEF77876-167B-48CF-9C46-035E01810706}" dt="2025-11-25T01:18:30.896" v="760" actId="478"/>
          <ac:picMkLst>
            <pc:docMk/>
            <pc:sldMk cId="2946402358" sldId="257"/>
            <ac:picMk id="23" creationId="{8F4A6279-CAA1-DDC9-F64D-BC28DED1F111}"/>
          </ac:picMkLst>
        </pc:picChg>
        <pc:picChg chg="add mod">
          <ac:chgData name="Lim, Gahyun" userId="846de3d3-3137-4b58-93cc-58f4f717deca" providerId="ADAL" clId="{EEF77876-167B-48CF-9C46-035E01810706}" dt="2025-11-25T01:47:39.118" v="1369" actId="1036"/>
          <ac:picMkLst>
            <pc:docMk/>
            <pc:sldMk cId="2946402358" sldId="257"/>
            <ac:picMk id="25" creationId="{C1E118AF-17AB-2654-F646-56576ACACB8D}"/>
          </ac:picMkLst>
        </pc:picChg>
        <pc:picChg chg="add mod">
          <ac:chgData name="Lim, Gahyun" userId="846de3d3-3137-4b58-93cc-58f4f717deca" providerId="ADAL" clId="{EEF77876-167B-48CF-9C46-035E01810706}" dt="2025-11-25T01:47:56.353" v="1374" actId="1036"/>
          <ac:picMkLst>
            <pc:docMk/>
            <pc:sldMk cId="2946402358" sldId="257"/>
            <ac:picMk id="32" creationId="{BC0CA41A-91A3-127D-0E64-6EAA933131C1}"/>
          </ac:picMkLst>
        </pc:picChg>
        <pc:picChg chg="add mod">
          <ac:chgData name="Lim, Gahyun" userId="846de3d3-3137-4b58-93cc-58f4f717deca" providerId="ADAL" clId="{EEF77876-167B-48CF-9C46-035E01810706}" dt="2025-11-25T01:47:56.353" v="1374" actId="1036"/>
          <ac:picMkLst>
            <pc:docMk/>
            <pc:sldMk cId="2946402358" sldId="257"/>
            <ac:picMk id="34" creationId="{2FCEF5DD-88D1-61AB-786E-38BDAADA685A}"/>
          </ac:picMkLst>
        </pc:picChg>
        <pc:cxnChg chg="add mod">
          <ac:chgData name="Lim, Gahyun" userId="846de3d3-3137-4b58-93cc-58f4f717deca" providerId="ADAL" clId="{EEF77876-167B-48CF-9C46-035E01810706}" dt="2025-11-25T01:48:09.915" v="1375" actId="14100"/>
          <ac:cxnSpMkLst>
            <pc:docMk/>
            <pc:sldMk cId="2946402358" sldId="257"/>
            <ac:cxnSpMk id="40" creationId="{0104C97B-3051-5EDA-BAF7-3A1EFABA57D1}"/>
          </ac:cxnSpMkLst>
        </pc:cxnChg>
      </pc:sldChg>
      <pc:sldChg chg="new del">
        <pc:chgData name="Lim, Gahyun" userId="846de3d3-3137-4b58-93cc-58f4f717deca" providerId="ADAL" clId="{EEF77876-167B-48CF-9C46-035E01810706}" dt="2025-11-25T03:20:18.949" v="2047" actId="47"/>
        <pc:sldMkLst>
          <pc:docMk/>
          <pc:sldMk cId="2345630314" sldId="258"/>
        </pc:sldMkLst>
      </pc:sldChg>
      <pc:sldMasterChg chg="modSp modSldLayout">
        <pc:chgData name="Lim, Gahyun" userId="846de3d3-3137-4b58-93cc-58f4f717deca" providerId="ADAL" clId="{EEF77876-167B-48CF-9C46-035E01810706}" dt="2025-11-25T03:18:34.742" v="2003"/>
        <pc:sldMasterMkLst>
          <pc:docMk/>
          <pc:sldMasterMk cId="0" sldId="2147483648"/>
        </pc:sldMasterMkLst>
        <pc:spChg chg="mod">
          <ac:chgData name="Lim, Gahyun" userId="846de3d3-3137-4b58-93cc-58f4f717deca" providerId="ADAL" clId="{EEF77876-167B-48CF-9C46-035E01810706}" dt="2025-11-25T03:18:34.742" v="2003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Lim, Gahyun" userId="846de3d3-3137-4b58-93cc-58f4f717deca" providerId="ADAL" clId="{EEF77876-167B-48CF-9C46-035E01810706}" dt="2025-11-25T03:18:34.742" v="2003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Lim, Gahyun" userId="846de3d3-3137-4b58-93cc-58f4f717deca" providerId="ADAL" clId="{EEF77876-167B-48CF-9C46-035E01810706}" dt="2025-11-25T03:18:34.742" v="2003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Lim, Gahyun" userId="846de3d3-3137-4b58-93cc-58f4f717deca" providerId="ADAL" clId="{EEF77876-167B-48CF-9C46-035E01810706}" dt="2025-11-25T03:18:34.742" v="2003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Lim, Gahyun" userId="846de3d3-3137-4b58-93cc-58f4f717deca" providerId="ADAL" clId="{EEF77876-167B-48CF-9C46-035E01810706}" dt="2025-11-25T03:18:34.742" v="2003"/>
          <ac:spMkLst>
            <pc:docMk/>
            <pc:sldMasterMk cId="0" sldId="2147483648"/>
            <ac:spMk id="6" creationId="{00000000-0000-0000-0000-000000000000}"/>
          </ac:spMkLst>
        </pc:spChg>
        <pc:sldLayoutChg chg="modSp">
          <pc:chgData name="Lim, Gahyun" userId="846de3d3-3137-4b58-93cc-58f4f717deca" providerId="ADAL" clId="{EEF77876-167B-48CF-9C46-035E01810706}" dt="2025-11-25T03:18:34.742" v="2003"/>
          <pc:sldLayoutMkLst>
            <pc:docMk/>
            <pc:sldMasterMk cId="0" sldId="2147483648"/>
            <pc:sldLayoutMk cId="0" sldId="2147483649"/>
          </pc:sldLayoutMkLst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Lim, Gahyun" userId="846de3d3-3137-4b58-93cc-58f4f717deca" providerId="ADAL" clId="{EEF77876-167B-48CF-9C46-035E01810706}" dt="2025-11-25T03:18:34.742" v="2003"/>
          <pc:sldLayoutMkLst>
            <pc:docMk/>
            <pc:sldMasterMk cId="0" sldId="2147483648"/>
            <pc:sldLayoutMk cId="0" sldId="2147483651"/>
          </pc:sldLayoutMkLst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  <pc:sldLayoutChg chg="modSp">
          <pc:chgData name="Lim, Gahyun" userId="846de3d3-3137-4b58-93cc-58f4f717deca" providerId="ADAL" clId="{EEF77876-167B-48CF-9C46-035E01810706}" dt="2025-11-25T03:18:34.742" v="2003"/>
          <pc:sldLayoutMkLst>
            <pc:docMk/>
            <pc:sldMasterMk cId="0" sldId="2147483648"/>
            <pc:sldLayoutMk cId="0" sldId="2147483652"/>
          </pc:sldLayoutMkLst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</pc:sldLayoutChg>
        <pc:sldLayoutChg chg="modSp">
          <pc:chgData name="Lim, Gahyun" userId="846de3d3-3137-4b58-93cc-58f4f717deca" providerId="ADAL" clId="{EEF77876-167B-48CF-9C46-035E01810706}" dt="2025-11-25T03:18:34.742" v="2003"/>
          <pc:sldLayoutMkLst>
            <pc:docMk/>
            <pc:sldMasterMk cId="0" sldId="2147483648"/>
            <pc:sldLayoutMk cId="0" sldId="2147483653"/>
          </pc:sldLayoutMkLst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</pc:sldLayoutChg>
        <pc:sldLayoutChg chg="modSp">
          <pc:chgData name="Lim, Gahyun" userId="846de3d3-3137-4b58-93cc-58f4f717deca" providerId="ADAL" clId="{EEF77876-167B-48CF-9C46-035E01810706}" dt="2025-11-25T03:18:34.742" v="2003"/>
          <pc:sldLayoutMkLst>
            <pc:docMk/>
            <pc:sldMasterMk cId="0" sldId="2147483648"/>
            <pc:sldLayoutMk cId="0" sldId="2147483656"/>
          </pc:sldLayoutMkLst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</pc:sldLayoutChg>
        <pc:sldLayoutChg chg="modSp">
          <pc:chgData name="Lim, Gahyun" userId="846de3d3-3137-4b58-93cc-58f4f717deca" providerId="ADAL" clId="{EEF77876-167B-48CF-9C46-035E01810706}" dt="2025-11-25T03:18:34.742" v="2003"/>
          <pc:sldLayoutMkLst>
            <pc:docMk/>
            <pc:sldMasterMk cId="0" sldId="2147483648"/>
            <pc:sldLayoutMk cId="0" sldId="2147483657"/>
          </pc:sldLayoutMkLst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</pc:sldLayoutChg>
        <pc:sldLayoutChg chg="modSp">
          <pc:chgData name="Lim, Gahyun" userId="846de3d3-3137-4b58-93cc-58f4f717deca" providerId="ADAL" clId="{EEF77876-167B-48CF-9C46-035E01810706}" dt="2025-11-25T03:18:34.742" v="2003"/>
          <pc:sldLayoutMkLst>
            <pc:docMk/>
            <pc:sldMasterMk cId="0" sldId="2147483648"/>
            <pc:sldLayoutMk cId="0" sldId="2147483659"/>
          </pc:sldLayoutMkLst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Lim, Gahyun" userId="846de3d3-3137-4b58-93cc-58f4f717deca" providerId="ADAL" clId="{EEF77876-167B-48CF-9C46-035E01810706}" dt="2025-11-25T03:18:34.742" v="2003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E9619-86C3-4500-8F6C-6F7BB43C0B2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57325" y="1143000"/>
            <a:ext cx="3943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209A3-2D8D-488C-913E-6AC018E1B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93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57325" y="1143000"/>
            <a:ext cx="39433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209A3-2D8D-488C-913E-6AC018E1BD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40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7225" y="2130432"/>
            <a:ext cx="744855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4450" y="3886200"/>
            <a:ext cx="61341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218" y="4406907"/>
            <a:ext cx="744855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218" y="2906720"/>
            <a:ext cx="744855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8152" y="1600207"/>
            <a:ext cx="38703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54527" y="1600207"/>
            <a:ext cx="38703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8153" y="1535113"/>
            <a:ext cx="38718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6" indent="0">
              <a:buNone/>
              <a:defRPr sz="2000" b="1"/>
            </a:lvl2pPr>
            <a:lvl3pPr marL="914352" indent="0">
              <a:buNone/>
              <a:defRPr sz="1800" b="1"/>
            </a:lvl3pPr>
            <a:lvl4pPr marL="1371526" indent="0">
              <a:buNone/>
              <a:defRPr sz="1600" b="1"/>
            </a:lvl4pPr>
            <a:lvl5pPr marL="1828700" indent="0">
              <a:buNone/>
              <a:defRPr sz="1600" b="1"/>
            </a:lvl5pPr>
            <a:lvl6pPr marL="2285876" indent="0">
              <a:buNone/>
              <a:defRPr sz="1600" b="1"/>
            </a:lvl6pPr>
            <a:lvl7pPr marL="2743052" indent="0">
              <a:buNone/>
              <a:defRPr sz="1600" b="1"/>
            </a:lvl7pPr>
            <a:lvl8pPr marL="3200227" indent="0">
              <a:buNone/>
              <a:defRPr sz="1600" b="1"/>
            </a:lvl8pPr>
            <a:lvl9pPr marL="36574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8153" y="2174875"/>
            <a:ext cx="38718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1485" y="1535113"/>
            <a:ext cx="387336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6" indent="0">
              <a:buNone/>
              <a:defRPr sz="2000" b="1"/>
            </a:lvl2pPr>
            <a:lvl3pPr marL="914352" indent="0">
              <a:buNone/>
              <a:defRPr sz="1800" b="1"/>
            </a:lvl3pPr>
            <a:lvl4pPr marL="1371526" indent="0">
              <a:buNone/>
              <a:defRPr sz="1600" b="1"/>
            </a:lvl4pPr>
            <a:lvl5pPr marL="1828700" indent="0">
              <a:buNone/>
              <a:defRPr sz="1600" b="1"/>
            </a:lvl5pPr>
            <a:lvl6pPr marL="2285876" indent="0">
              <a:buNone/>
              <a:defRPr sz="1600" b="1"/>
            </a:lvl6pPr>
            <a:lvl7pPr marL="2743052" indent="0">
              <a:buNone/>
              <a:defRPr sz="1600" b="1"/>
            </a:lvl7pPr>
            <a:lvl8pPr marL="3200227" indent="0">
              <a:buNone/>
              <a:defRPr sz="1600" b="1"/>
            </a:lvl8pPr>
            <a:lvl9pPr marL="36574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51485" y="2174875"/>
            <a:ext cx="387336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151" y="273050"/>
            <a:ext cx="288296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6090" y="273057"/>
            <a:ext cx="489876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8151" y="1435107"/>
            <a:ext cx="288296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6" indent="0">
              <a:buNone/>
              <a:defRPr sz="1200"/>
            </a:lvl2pPr>
            <a:lvl3pPr marL="914352" indent="0">
              <a:buNone/>
              <a:defRPr sz="1000"/>
            </a:lvl3pPr>
            <a:lvl4pPr marL="1371526" indent="0">
              <a:buNone/>
              <a:defRPr sz="899"/>
            </a:lvl4pPr>
            <a:lvl5pPr marL="1828700" indent="0">
              <a:buNone/>
              <a:defRPr sz="899"/>
            </a:lvl5pPr>
            <a:lvl6pPr marL="2285876" indent="0">
              <a:buNone/>
              <a:defRPr sz="899"/>
            </a:lvl6pPr>
            <a:lvl7pPr marL="2743052" indent="0">
              <a:buNone/>
              <a:defRPr sz="899"/>
            </a:lvl7pPr>
            <a:lvl8pPr marL="3200227" indent="0">
              <a:buNone/>
              <a:defRPr sz="899"/>
            </a:lvl8pPr>
            <a:lvl9pPr marL="3657403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7609" y="4800600"/>
            <a:ext cx="5257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17609" y="612775"/>
            <a:ext cx="5257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6" indent="0">
              <a:buNone/>
              <a:defRPr sz="2800"/>
            </a:lvl2pPr>
            <a:lvl3pPr marL="914352" indent="0">
              <a:buNone/>
              <a:defRPr sz="2400"/>
            </a:lvl3pPr>
            <a:lvl4pPr marL="1371526" indent="0">
              <a:buNone/>
              <a:defRPr sz="2000"/>
            </a:lvl4pPr>
            <a:lvl5pPr marL="1828700" indent="0">
              <a:buNone/>
              <a:defRPr sz="2000"/>
            </a:lvl5pPr>
            <a:lvl6pPr marL="2285876" indent="0">
              <a:buNone/>
              <a:defRPr sz="2000"/>
            </a:lvl6pPr>
            <a:lvl7pPr marL="2743052" indent="0">
              <a:buNone/>
              <a:defRPr sz="2000"/>
            </a:lvl7pPr>
            <a:lvl8pPr marL="3200227" indent="0">
              <a:buNone/>
              <a:defRPr sz="2000"/>
            </a:lvl8pPr>
            <a:lvl9pPr marL="3657403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7609" y="5367338"/>
            <a:ext cx="5257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6" indent="0">
              <a:buNone/>
              <a:defRPr sz="1200"/>
            </a:lvl2pPr>
            <a:lvl3pPr marL="914352" indent="0">
              <a:buNone/>
              <a:defRPr sz="1000"/>
            </a:lvl3pPr>
            <a:lvl4pPr marL="1371526" indent="0">
              <a:buNone/>
              <a:defRPr sz="899"/>
            </a:lvl4pPr>
            <a:lvl5pPr marL="1828700" indent="0">
              <a:buNone/>
              <a:defRPr sz="899"/>
            </a:lvl5pPr>
            <a:lvl6pPr marL="2285876" indent="0">
              <a:buNone/>
              <a:defRPr sz="899"/>
            </a:lvl6pPr>
            <a:lvl7pPr marL="2743052" indent="0">
              <a:buNone/>
              <a:defRPr sz="899"/>
            </a:lvl7pPr>
            <a:lvl8pPr marL="3200227" indent="0">
              <a:buNone/>
              <a:defRPr sz="899"/>
            </a:lvl8pPr>
            <a:lvl9pPr marL="3657403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3177" y="274645"/>
            <a:ext cx="1971675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8152" y="274645"/>
            <a:ext cx="5768975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8150" y="274638"/>
            <a:ext cx="78867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8150" y="1600207"/>
            <a:ext cx="78867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8150" y="6356357"/>
            <a:ext cx="2044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4025" y="6356357"/>
            <a:ext cx="27749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0150" y="6356357"/>
            <a:ext cx="2044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52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1" indent="-342881" algn="l" defTabSz="914352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0" indent="-285734" algn="l" defTabSz="914352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39" indent="-228587" algn="l" defTabSz="91435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4" indent="-228587" algn="l" defTabSz="914352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88" indent="-228587" algn="l" defTabSz="914352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64" indent="-228587" algn="l" defTabSz="9143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0" indent="-228587" algn="l" defTabSz="9143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15" indent="-228587" algn="l" defTabSz="9143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90" indent="-228587" algn="l" defTabSz="9143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6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2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6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0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6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52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7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03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D9F98CB4-4924-AC64-D8B5-DBBB023A66A8}"/>
              </a:ext>
            </a:extLst>
          </p:cNvPr>
          <p:cNvGrpSpPr/>
          <p:nvPr/>
        </p:nvGrpSpPr>
        <p:grpSpPr>
          <a:xfrm>
            <a:off x="2481542" y="26729217"/>
            <a:ext cx="9559624" cy="3553566"/>
            <a:chOff x="2535388" y="23747769"/>
            <a:chExt cx="9559624" cy="3553566"/>
          </a:xfrm>
        </p:grpSpPr>
        <p:sp>
          <p:nvSpPr>
            <p:cNvPr id="38" name="Left Brace 37">
              <a:extLst>
                <a:ext uri="{FF2B5EF4-FFF2-40B4-BE49-F238E27FC236}">
                  <a16:creationId xmlns:a16="http://schemas.microsoft.com/office/drawing/2014/main" id="{A6B83CE2-BED3-3BFE-11BA-E5C9A6F0ABF5}"/>
                </a:ext>
              </a:extLst>
            </p:cNvPr>
            <p:cNvSpPr/>
            <p:nvPr/>
          </p:nvSpPr>
          <p:spPr>
            <a:xfrm rot="16200000">
              <a:off x="6976239" y="19306918"/>
              <a:ext cx="677922" cy="9559624"/>
            </a:xfrm>
            <a:prstGeom prst="leftBrace">
              <a:avLst>
                <a:gd name="adj1" fmla="val 41003"/>
                <a:gd name="adj2" fmla="val 50000"/>
              </a:avLst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104C97B-3051-5EDA-BAF7-3A1EFABA57D1}"/>
                </a:ext>
              </a:extLst>
            </p:cNvPr>
            <p:cNvCxnSpPr>
              <a:cxnSpLocks/>
            </p:cNvCxnSpPr>
            <p:nvPr/>
          </p:nvCxnSpPr>
          <p:spPr>
            <a:xfrm>
              <a:off x="7315200" y="24384000"/>
              <a:ext cx="0" cy="2917335"/>
            </a:xfrm>
            <a:prstGeom prst="line">
              <a:avLst/>
            </a:prstGeom>
            <a:ln w="19050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290A001-D5E1-4C96-509B-28692DD9DCDD}"/>
              </a:ext>
            </a:extLst>
          </p:cNvPr>
          <p:cNvSpPr/>
          <p:nvPr/>
        </p:nvSpPr>
        <p:spPr>
          <a:xfrm>
            <a:off x="-18780" y="0"/>
            <a:ext cx="42081179" cy="5125358"/>
          </a:xfrm>
          <a:prstGeom prst="rect">
            <a:avLst/>
          </a:prstGeom>
          <a:solidFill>
            <a:srgbClr val="1E85B8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pic>
        <p:nvPicPr>
          <p:cNvPr id="2" name="그림 2" descr="텍스트, 폰트, 포스터, 로고이(가) 표시된 사진&#10;&#10;자동 생성된 설명">
            <a:extLst>
              <a:ext uri="{FF2B5EF4-FFF2-40B4-BE49-F238E27FC236}">
                <a16:creationId xmlns:a16="http://schemas.microsoft.com/office/drawing/2014/main" id="{80E19081-0847-4F8D-9EBC-FC8217CDB3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3646" b="64672"/>
          <a:stretch/>
        </p:blipFill>
        <p:spPr>
          <a:xfrm>
            <a:off x="-46292" y="1435010"/>
            <a:ext cx="2779315" cy="1920472"/>
          </a:xfrm>
          <a:prstGeom prst="rect">
            <a:avLst/>
          </a:prstGeom>
        </p:spPr>
      </p:pic>
      <p:pic>
        <p:nvPicPr>
          <p:cNvPr id="3" name="그림 2" descr="텍스트, 폰트, 포스터, 로고이(가) 표시된 사진&#10;&#10;자동 생성된 설명">
            <a:extLst>
              <a:ext uri="{FF2B5EF4-FFF2-40B4-BE49-F238E27FC236}">
                <a16:creationId xmlns:a16="http://schemas.microsoft.com/office/drawing/2014/main" id="{B7908CCD-4F01-FC75-5C35-74CE6D6056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449" r="2416" b="24417"/>
          <a:stretch/>
        </p:blipFill>
        <p:spPr>
          <a:xfrm>
            <a:off x="2294900" y="1516691"/>
            <a:ext cx="2429500" cy="1789229"/>
          </a:xfrm>
          <a:prstGeom prst="rect">
            <a:avLst/>
          </a:prstGeom>
        </p:spPr>
      </p:pic>
      <p:sp>
        <p:nvSpPr>
          <p:cNvPr id="5" name="Rectángulo 17">
            <a:extLst>
              <a:ext uri="{FF2B5EF4-FFF2-40B4-BE49-F238E27FC236}">
                <a16:creationId xmlns:a16="http://schemas.microsoft.com/office/drawing/2014/main" id="{D7CD3EBC-6E35-8BE7-B208-68DDDF0EFA09}"/>
              </a:ext>
            </a:extLst>
          </p:cNvPr>
          <p:cNvSpPr/>
          <p:nvPr/>
        </p:nvSpPr>
        <p:spPr>
          <a:xfrm>
            <a:off x="5494360" y="2881010"/>
            <a:ext cx="35585400" cy="18072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AU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Gahyun (Josie) Lim</a:t>
            </a:r>
            <a:r>
              <a:rPr lang="en-AU" sz="44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  <a:r>
              <a:rPr lang="en-AU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Ho Young Lee</a:t>
            </a:r>
            <a:r>
              <a:rPr lang="en-AU" sz="44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AU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Zachery R. Jarrell</a:t>
            </a:r>
            <a:r>
              <a:rPr lang="en-AU" sz="44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AU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Young-Mi Go</a:t>
            </a:r>
            <a:r>
              <a:rPr lang="en-AU" sz="44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  <a:r>
              <a:rPr lang="en-AU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Dean P. Jones</a:t>
            </a:r>
            <a:r>
              <a:rPr lang="en-AU" sz="44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  <a:endParaRPr lang="en-AU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Bef>
                <a:spcPct val="20000"/>
              </a:spcBef>
            </a:pPr>
            <a:r>
              <a:rPr lang="en-US" sz="3000" baseline="30000" dirty="0">
                <a:solidFill>
                  <a:schemeClr val="bg1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1 </a:t>
            </a:r>
            <a:r>
              <a:rPr lang="es-ES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Nutrition</a:t>
            </a:r>
            <a:r>
              <a:rPr lang="es-E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s-ES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</a:t>
            </a:r>
            <a:r>
              <a:rPr lang="es-E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Sciences</a:t>
            </a:r>
            <a:r>
              <a:rPr lang="es-E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  <a:r>
              <a:rPr lang="es-E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Laney</a:t>
            </a:r>
            <a:r>
              <a:rPr lang="es-E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Graduate</a:t>
            </a:r>
            <a:r>
              <a:rPr lang="es-E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</a:t>
            </a:r>
            <a:r>
              <a:rPr lang="es-E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Emory</a:t>
            </a:r>
            <a:r>
              <a:rPr lang="es-E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</a:t>
            </a:r>
            <a:r>
              <a:rPr lang="es-E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Atlanta </a:t>
            </a:r>
            <a:r>
              <a:rPr lang="en-AU" sz="30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AU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Emory Clinical Biomarkers Laboratory, Pulmonary, Allergy, Critical Care Sleep Medicine, Emory University, Atlanta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646D74F-5E61-6636-B359-1331D87B5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504052"/>
            <a:ext cx="36558497" cy="2079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637486" tIns="637486" rIns="637486" bIns="637486" anchor="ctr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Diet and Microbiome-Derived Metabolite δ-</a:t>
            </a:r>
            <a:r>
              <a:rPr lang="en-US" sz="7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Valerobetaine</a:t>
            </a:r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Associations</a:t>
            </a:r>
          </a:p>
          <a:p>
            <a:pPr algn="ctr"/>
            <a:r>
              <a:rPr lang="en-U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CHDWB: Insights From Age- and Sex-Specific Analyses</a:t>
            </a:r>
            <a:endParaRPr lang="en-AU" sz="7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4808D1-3ECD-B704-0742-A221BA880B9F}"/>
              </a:ext>
            </a:extLst>
          </p:cNvPr>
          <p:cNvSpPr/>
          <p:nvPr/>
        </p:nvSpPr>
        <p:spPr>
          <a:xfrm>
            <a:off x="-76200" y="16279730"/>
            <a:ext cx="14652754" cy="865270"/>
          </a:xfrm>
          <a:prstGeom prst="rect">
            <a:avLst/>
          </a:prstGeom>
          <a:solidFill>
            <a:srgbClr val="1E85B8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endParaRPr lang="en-CH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243AD7-DD98-3E48-57E4-0501886E7B3A}"/>
              </a:ext>
            </a:extLst>
          </p:cNvPr>
          <p:cNvSpPr/>
          <p:nvPr/>
        </p:nvSpPr>
        <p:spPr>
          <a:xfrm>
            <a:off x="-53847" y="5293879"/>
            <a:ext cx="14652754" cy="865270"/>
          </a:xfrm>
          <a:prstGeom prst="rect">
            <a:avLst/>
          </a:prstGeom>
          <a:solidFill>
            <a:srgbClr val="1E85B8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CH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28AA8D-4BF1-98D3-593C-7E9D354DB9E8}"/>
              </a:ext>
            </a:extLst>
          </p:cNvPr>
          <p:cNvSpPr/>
          <p:nvPr/>
        </p:nvSpPr>
        <p:spPr>
          <a:xfrm>
            <a:off x="14568089" y="5279684"/>
            <a:ext cx="27494311" cy="879465"/>
          </a:xfrm>
          <a:prstGeom prst="rect">
            <a:avLst/>
          </a:prstGeom>
          <a:solidFill>
            <a:srgbClr val="1E85B8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CH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BC0C3A-9EE8-2EA0-AF02-99976FC6495B}"/>
              </a:ext>
            </a:extLst>
          </p:cNvPr>
          <p:cNvSpPr/>
          <p:nvPr/>
        </p:nvSpPr>
        <p:spPr>
          <a:xfrm>
            <a:off x="30188170" y="28662208"/>
            <a:ext cx="11798030" cy="979592"/>
          </a:xfrm>
          <a:prstGeom prst="rect">
            <a:avLst/>
          </a:prstGeom>
          <a:solidFill>
            <a:srgbClr val="1E85B8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atin typeface="Arial" panose="020B0604020202020204" pitchFamily="34" charset="0"/>
                <a:cs typeface="Arial" panose="020B0604020202020204" pitchFamily="34" charset="0"/>
              </a:rPr>
              <a:t>Conclusion </a:t>
            </a:r>
            <a:endParaRPr lang="en-CH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0E7E79-E194-AA94-CEB7-7DBEC5D2D9A9}"/>
              </a:ext>
            </a:extLst>
          </p:cNvPr>
          <p:cNvSpPr txBox="1"/>
          <p:nvPr/>
        </p:nvSpPr>
        <p:spPr>
          <a:xfrm>
            <a:off x="174754" y="6617546"/>
            <a:ext cx="14249400" cy="9308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469" indent="-571469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l-GR" sz="3200" kern="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δ-</a:t>
            </a:r>
            <a:r>
              <a:rPr lang="en-US" sz="3200" kern="100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Valerobetaine</a:t>
            </a:r>
            <a:r>
              <a:rPr lang="en-US" sz="3200" kern="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(VB) is a gut microbiome-derived metabolite, abundant in animal-derived foods, especially ruminant meat and milk. </a:t>
            </a:r>
          </a:p>
          <a:p>
            <a:pPr marL="571469" indent="-571469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3200" kern="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CHDWB is a prospective, longitudinal cohort from the Emory University Employee Pool and has undergone annual assessments, including dietary (FFQ, Food Frequency Questionnaire), biochemical, cognitive function, and body composition evaluations. </a:t>
            </a:r>
          </a:p>
          <a:p>
            <a:pPr marL="571469" indent="-571469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3200" kern="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Our previous work using this cohort demonstrated that circulating VB levels increase with age and are positively associated with fat mass.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b="1" u="sng" kern="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Research Questions: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14322" indent="-514322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To identify food items or food groups that are associated with circulating delta-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valerobetaine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(VB) levels.</a:t>
            </a:r>
          </a:p>
          <a:p>
            <a:pPr marL="514322" indent="-514322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To examine whether the associations between circulating VB and the identified food items/groups differ across age groups.</a:t>
            </a:r>
          </a:p>
          <a:p>
            <a:pPr marL="514322" indent="-514322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To investigate sex-specific differences in the associations between circulating VB and the identified food items/groups.</a:t>
            </a:r>
            <a:endParaRPr lang="en-US" sz="3200" b="1" u="sng" kern="1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7266698-124A-B173-6F21-F20DFE81483F}"/>
              </a:ext>
            </a:extLst>
          </p:cNvPr>
          <p:cNvSpPr/>
          <p:nvPr/>
        </p:nvSpPr>
        <p:spPr>
          <a:xfrm>
            <a:off x="257844" y="19230651"/>
            <a:ext cx="6763314" cy="1755731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Circulating VB Levels (Intensity)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Liquid Chromatography-High Resolution Mass Spectrometry (LC-HRMS)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B01D47A-D043-7B3E-547E-4A831C52C0B3}"/>
              </a:ext>
            </a:extLst>
          </p:cNvPr>
          <p:cNvSpPr/>
          <p:nvPr/>
        </p:nvSpPr>
        <p:spPr>
          <a:xfrm>
            <a:off x="7508442" y="19230653"/>
            <a:ext cx="6763314" cy="1755731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Frequency Questionnaire (FFQ)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&amp; Categorical Food Items/Groups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431B8D-2BA7-9604-55E5-126DCCED77D9}"/>
              </a:ext>
            </a:extLst>
          </p:cNvPr>
          <p:cNvSpPr txBox="1"/>
          <p:nvPr/>
        </p:nvSpPr>
        <p:spPr>
          <a:xfrm>
            <a:off x="5280153" y="17882291"/>
            <a:ext cx="579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CHDWB (N=213, Visit 1)</a:t>
            </a:r>
          </a:p>
        </p:txBody>
      </p:sp>
      <p:pic>
        <p:nvPicPr>
          <p:cNvPr id="25" name="Picture 2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1E118AF-17AB-2654-F646-56576ACACB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302" y="17619684"/>
            <a:ext cx="1233098" cy="1233098"/>
          </a:xfrm>
          <a:prstGeom prst="rect">
            <a:avLst/>
          </a:prstGeom>
        </p:spPr>
      </p:pic>
      <p:sp>
        <p:nvSpPr>
          <p:cNvPr id="26" name="Left Brace 25">
            <a:extLst>
              <a:ext uri="{FF2B5EF4-FFF2-40B4-BE49-F238E27FC236}">
                <a16:creationId xmlns:a16="http://schemas.microsoft.com/office/drawing/2014/main" id="{AD48ABDD-A3F2-3EA1-1B35-0A58E7F4CA83}"/>
              </a:ext>
            </a:extLst>
          </p:cNvPr>
          <p:cNvSpPr/>
          <p:nvPr/>
        </p:nvSpPr>
        <p:spPr>
          <a:xfrm rot="16200000">
            <a:off x="6480687" y="18986519"/>
            <a:ext cx="1600200" cy="7581133"/>
          </a:xfrm>
          <a:prstGeom prst="leftBrace">
            <a:avLst>
              <a:gd name="adj1" fmla="val 41003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2C75D6-F146-A878-42A0-79F8DE8B3EFB}"/>
              </a:ext>
            </a:extLst>
          </p:cNvPr>
          <p:cNvSpPr txBox="1"/>
          <p:nvPr/>
        </p:nvSpPr>
        <p:spPr>
          <a:xfrm>
            <a:off x="3330954" y="23752376"/>
            <a:ext cx="794127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Identify Food Items/Groups Correlated with the Circulating VB Levels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C3C24C-C1A1-25A8-63EC-1E1CBBF2D0F1}"/>
              </a:ext>
            </a:extLst>
          </p:cNvPr>
          <p:cNvSpPr txBox="1"/>
          <p:nvPr/>
        </p:nvSpPr>
        <p:spPr>
          <a:xfrm>
            <a:off x="3679958" y="21226133"/>
            <a:ext cx="7238999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Continuous: Spearman’s Rank Correlation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Categorical: Kruskal-Wallis &amp; Mann-Whitney 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C0CA41A-91A3-127D-0E64-6EAA933131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272" y="23596965"/>
            <a:ext cx="1199972" cy="1199972"/>
          </a:xfrm>
          <a:prstGeom prst="rect">
            <a:avLst/>
          </a:prstGeom>
        </p:spPr>
      </p:pic>
      <p:pic>
        <p:nvPicPr>
          <p:cNvPr id="34" name="Picture 3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FCEF5DD-88D1-61AB-786E-38BDAADA68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576" y="23528816"/>
            <a:ext cx="1300780" cy="1300780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B8CC9D7-A9A6-CE46-F5E7-DCD7C71777E1}"/>
              </a:ext>
            </a:extLst>
          </p:cNvPr>
          <p:cNvSpPr/>
          <p:nvPr/>
        </p:nvSpPr>
        <p:spPr>
          <a:xfrm>
            <a:off x="7445188" y="28807697"/>
            <a:ext cx="4586878" cy="83653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 (Middle vs. Old) 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EB773F9-F20A-AAD3-A72A-470C0026FAD4}"/>
              </a:ext>
            </a:extLst>
          </p:cNvPr>
          <p:cNvSpPr/>
          <p:nvPr/>
        </p:nvSpPr>
        <p:spPr>
          <a:xfrm>
            <a:off x="2440049" y="27535098"/>
            <a:ext cx="4590487" cy="83653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Sex (Male vs. Female)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CC7BF9-67CD-7278-325C-B50782C72754}"/>
              </a:ext>
            </a:extLst>
          </p:cNvPr>
          <p:cNvSpPr txBox="1"/>
          <p:nvPr/>
        </p:nvSpPr>
        <p:spPr>
          <a:xfrm>
            <a:off x="3490220" y="24928553"/>
            <a:ext cx="7581134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Sex/Age Stratified Analysis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Descriptive Analysis &amp; Linear Regression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E5EE41-DB2D-27B8-63E7-E38B0B5AC54C}"/>
              </a:ext>
            </a:extLst>
          </p:cNvPr>
          <p:cNvSpPr txBox="1"/>
          <p:nvPr/>
        </p:nvSpPr>
        <p:spPr>
          <a:xfrm>
            <a:off x="2964230" y="26216899"/>
            <a:ext cx="91439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ln (δ-VB) = β0 + β1s (Beef Intake) + ϵ [s = f (females), m (males)]</a:t>
            </a:r>
            <a:endParaRPr lang="en-US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45E52D-2282-B8B3-A91F-EF4FC3886A46}"/>
              </a:ext>
            </a:extLst>
          </p:cNvPr>
          <p:cNvSpPr txBox="1"/>
          <p:nvPr/>
        </p:nvSpPr>
        <p:spPr>
          <a:xfrm>
            <a:off x="3518720" y="30543436"/>
            <a:ext cx="7507631" cy="1536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Analysis of Sex/Age-specific Differences in the Associations Between Circulating VB Levels and the Identified Food Items/Groups.</a:t>
            </a:r>
            <a:endParaRPr lang="en-US" sz="2800" b="1" u="sng" kern="1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805F039-9C4E-D1E7-D374-650C1F401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247478"/>
              </p:ext>
            </p:extLst>
          </p:nvPr>
        </p:nvGraphicFramePr>
        <p:xfrm>
          <a:off x="15260245" y="6912578"/>
          <a:ext cx="12312747" cy="14746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20178">
                  <a:extLst>
                    <a:ext uri="{9D8B030D-6E8A-4147-A177-3AD203B41FA5}">
                      <a16:colId xmlns:a16="http://schemas.microsoft.com/office/drawing/2014/main" val="2630423796"/>
                    </a:ext>
                  </a:extLst>
                </a:gridCol>
                <a:gridCol w="1970411">
                  <a:extLst>
                    <a:ext uri="{9D8B030D-6E8A-4147-A177-3AD203B41FA5}">
                      <a16:colId xmlns:a16="http://schemas.microsoft.com/office/drawing/2014/main" val="2652764787"/>
                    </a:ext>
                  </a:extLst>
                </a:gridCol>
                <a:gridCol w="1822158">
                  <a:extLst>
                    <a:ext uri="{9D8B030D-6E8A-4147-A177-3AD203B41FA5}">
                      <a16:colId xmlns:a16="http://schemas.microsoft.com/office/drawing/2014/main" val="232455096"/>
                    </a:ext>
                  </a:extLst>
                </a:gridCol>
              </a:tblGrid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Food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Spearman r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p-value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744190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Refried Beans (g)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0.232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404533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Refried Beans (cup)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0.232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911923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Tacos (cup)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0.214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858920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Chocolate Syrup (cup)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0.210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601941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Chocolate Syrup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0.210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197695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Milk (cup)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0.207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514496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Homemade Iced Tea with Sugar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0.205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371967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Not Trimmed Pork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0.202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164624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Not Trimmed Beef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0.201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365905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Beef Dish (cup)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0.188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331077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Dietary Fiber From Grains (gms)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0.186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63002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Pyramid Dairy - (Milk, Cheese) - (1 cup equiv)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0.182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236702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Food Energy (kcals)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215769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Low Carb Cereal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700891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Non-Fat Milk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170095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Non-whole grains (ounce-equivalent)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156394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Tacos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940744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Dairy (Milk-Equivalent Servings)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419014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Beef Pork Lamb (ounces)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488829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Potatoes (cup)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237956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 Servings (Meat, Fish, Poultry, Beans, Eggs)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340507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Other Beef Dish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172840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Low-Fat Ice Cream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249819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Grains (ounce-equivalent)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343066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Pyramid Vegetable Other including tomatoes (cup)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782239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Pyramid Grain Total (1-oz. equivalents)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987656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Diet Soda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539302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Dietary Fiber from Beans (gms)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85014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Fried Chicken with Skin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569061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Non-Fried Chicken with Skin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202655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Dry Beans Peas (cup)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92588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Vegetable Soup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143187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Sodas (cup)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333766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Other Potatoes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244304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Beef (cup)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0.139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21888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Vegetables (cup)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0.138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354565"/>
                  </a:ext>
                </a:extLst>
              </a:tr>
              <a:tr h="388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Starchy Vegetables (cup)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0.135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0.048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108" marR="4108" marT="4108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580873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0D991FEE-06A9-8EB5-490F-D90F96333C25}"/>
              </a:ext>
            </a:extLst>
          </p:cNvPr>
          <p:cNvSpPr txBox="1"/>
          <p:nvPr/>
        </p:nvSpPr>
        <p:spPr>
          <a:xfrm>
            <a:off x="15228589" y="6349091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81" indent="-342881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Continuous Food Items/Groups</a:t>
            </a:r>
            <a:endParaRPr lang="en-US" sz="2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92EA9988-069A-A414-93EC-D042F9631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17497"/>
              </p:ext>
            </p:extLst>
          </p:nvPr>
        </p:nvGraphicFramePr>
        <p:xfrm>
          <a:off x="15231722" y="22368321"/>
          <a:ext cx="14646252" cy="10046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4091">
                  <a:extLst>
                    <a:ext uri="{9D8B030D-6E8A-4147-A177-3AD203B41FA5}">
                      <a16:colId xmlns:a16="http://schemas.microsoft.com/office/drawing/2014/main" val="3986295384"/>
                    </a:ext>
                  </a:extLst>
                </a:gridCol>
                <a:gridCol w="3821615">
                  <a:extLst>
                    <a:ext uri="{9D8B030D-6E8A-4147-A177-3AD203B41FA5}">
                      <a16:colId xmlns:a16="http://schemas.microsoft.com/office/drawing/2014/main" val="853380828"/>
                    </a:ext>
                  </a:extLst>
                </a:gridCol>
                <a:gridCol w="955403">
                  <a:extLst>
                    <a:ext uri="{9D8B030D-6E8A-4147-A177-3AD203B41FA5}">
                      <a16:colId xmlns:a16="http://schemas.microsoft.com/office/drawing/2014/main" val="2652289286"/>
                    </a:ext>
                  </a:extLst>
                </a:gridCol>
                <a:gridCol w="1433105">
                  <a:extLst>
                    <a:ext uri="{9D8B030D-6E8A-4147-A177-3AD203B41FA5}">
                      <a16:colId xmlns:a16="http://schemas.microsoft.com/office/drawing/2014/main" val="1156847005"/>
                    </a:ext>
                  </a:extLst>
                </a:gridCol>
                <a:gridCol w="4219699">
                  <a:extLst>
                    <a:ext uri="{9D8B030D-6E8A-4147-A177-3AD203B41FA5}">
                      <a16:colId xmlns:a16="http://schemas.microsoft.com/office/drawing/2014/main" val="3591537766"/>
                    </a:ext>
                  </a:extLst>
                </a:gridCol>
                <a:gridCol w="1592339">
                  <a:extLst>
                    <a:ext uri="{9D8B030D-6E8A-4147-A177-3AD203B41FA5}">
                      <a16:colId xmlns:a16="http://schemas.microsoft.com/office/drawing/2014/main" val="992813"/>
                    </a:ext>
                  </a:extLst>
                </a:gridCol>
              </a:tblGrid>
              <a:tr h="4185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Food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p-value</a:t>
                      </a: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Pairwise Wilcoxon</a:t>
                      </a: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p-value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11344"/>
                  </a:ext>
                </a:extLst>
              </a:tr>
              <a:tr h="41858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Sugar in Coffee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0.001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 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232599"/>
                  </a:ext>
                </a:extLst>
              </a:tr>
              <a:tr h="418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29442"/>
                  </a:ext>
                </a:extLst>
              </a:tr>
              <a:tr h="41858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Sugar in Tea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0.002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 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978765"/>
                  </a:ext>
                </a:extLst>
              </a:tr>
              <a:tr h="418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802491"/>
                  </a:ext>
                </a:extLst>
              </a:tr>
              <a:tr h="41858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Chicken Skin Type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Avoid Eating the Fat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0.008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Avoid vs. Sometime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0.034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216839"/>
                  </a:ext>
                </a:extLst>
              </a:tr>
              <a:tr h="418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Sometimes Eat the Fat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Sometimes vs. Often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356875"/>
                  </a:ext>
                </a:extLst>
              </a:tr>
              <a:tr h="418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Often Eat the Fat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294289"/>
                  </a:ext>
                </a:extLst>
              </a:tr>
              <a:tr h="418584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Iced Tea Type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Homemade/No Sugar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0.009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Homemade No Sugar </a:t>
                      </a:r>
                    </a:p>
                    <a:p>
                      <a:pPr algn="ctr" fontAlgn="ctr">
                        <a:buNone/>
                      </a:pPr>
                      <a:r>
                        <a:rPr lang="pt-BR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vs. With Sugar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0.006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086875"/>
                  </a:ext>
                </a:extLst>
              </a:tr>
              <a:tr h="418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Homemade/With Sugar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2" marR="6132" marT="6132" marB="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41589"/>
                  </a:ext>
                </a:extLst>
              </a:tr>
              <a:tr h="418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Bottled/No Sugar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542153"/>
                  </a:ext>
                </a:extLst>
              </a:tr>
              <a:tr h="418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Bottled/Regular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560248"/>
                  </a:ext>
                </a:extLst>
              </a:tr>
              <a:tr h="418584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Milk Type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 Milk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0.011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Fat 1% vs. Soy 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0.035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989310"/>
                  </a:ext>
                </a:extLst>
              </a:tr>
              <a:tr h="418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Reduced Fat 2%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540068"/>
                  </a:ext>
                </a:extLst>
              </a:tr>
              <a:tr h="418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Fat 1%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Non-Fat vs. Soy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0.028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619221"/>
                  </a:ext>
                </a:extLst>
              </a:tr>
              <a:tr h="418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Non-Fat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117722"/>
                  </a:ext>
                </a:extLst>
              </a:tr>
              <a:tr h="418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Soy Milk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Reduced Fat 2% vs. Non-Fat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0.092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66249"/>
                  </a:ext>
                </a:extLst>
              </a:tr>
              <a:tr h="418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Rice Milk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306314"/>
                  </a:ext>
                </a:extLst>
              </a:tr>
              <a:tr h="41858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Fat on Meat Type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Avoid Eating the Fat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0.012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Avoid vs. Often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416720"/>
                  </a:ext>
                </a:extLst>
              </a:tr>
              <a:tr h="418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Sometimes Eat the Fat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Sometimes vs. Often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662255"/>
                  </a:ext>
                </a:extLst>
              </a:tr>
              <a:tr h="418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Often Eat the Fat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825292"/>
                  </a:ext>
                </a:extLst>
              </a:tr>
              <a:tr h="41858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Icecream Type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Sugar or Carb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0.039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Fat vs. Regular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0.049</a:t>
                      </a: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899086"/>
                  </a:ext>
                </a:extLst>
              </a:tr>
              <a:tr h="418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Low-Fat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823946"/>
                  </a:ext>
                </a:extLst>
              </a:tr>
              <a:tr h="418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133" marR="6133" marT="613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132" marR="6132" marT="613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331557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1E3B9E91-8B06-0B87-EE2B-CE9208C8352F}"/>
              </a:ext>
            </a:extLst>
          </p:cNvPr>
          <p:cNvSpPr txBox="1"/>
          <p:nvPr/>
        </p:nvSpPr>
        <p:spPr>
          <a:xfrm>
            <a:off x="15163800" y="21793200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81" indent="-342881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Categorical Food Items/Groups</a:t>
            </a:r>
            <a:endParaRPr lang="en-US" sz="2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ADBA1D5D-0A8A-75F2-8FC0-81F9349B1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81004"/>
              </p:ext>
            </p:extLst>
          </p:nvPr>
        </p:nvGraphicFramePr>
        <p:xfrm>
          <a:off x="28106390" y="6909828"/>
          <a:ext cx="13182602" cy="147468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77882">
                  <a:extLst>
                    <a:ext uri="{9D8B030D-6E8A-4147-A177-3AD203B41FA5}">
                      <a16:colId xmlns:a16="http://schemas.microsoft.com/office/drawing/2014/main" val="2511939609"/>
                    </a:ext>
                  </a:extLst>
                </a:gridCol>
                <a:gridCol w="2035794">
                  <a:extLst>
                    <a:ext uri="{9D8B030D-6E8A-4147-A177-3AD203B41FA5}">
                      <a16:colId xmlns:a16="http://schemas.microsoft.com/office/drawing/2014/main" val="858460567"/>
                    </a:ext>
                  </a:extLst>
                </a:gridCol>
                <a:gridCol w="1868926">
                  <a:extLst>
                    <a:ext uri="{9D8B030D-6E8A-4147-A177-3AD203B41FA5}">
                      <a16:colId xmlns:a16="http://schemas.microsoft.com/office/drawing/2014/main" val="2482629289"/>
                    </a:ext>
                  </a:extLst>
                </a:gridCol>
              </a:tblGrid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Food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Group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l-GR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β1</a:t>
                      </a:r>
                      <a:endParaRPr lang="el-GR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588166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Pyramid Grain Total (1-oz. equivalents)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Old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0.116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719430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Watermelon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Old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-0.046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81709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Kilocalories per day from Sugary Beverages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Middle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390743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Average Daily Intake of Sugary Beverages (gms)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Middle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536295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Sugar/Honey in Coffee/Tea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Old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676671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Soy Milk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Middle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33957"/>
                  </a:ext>
                </a:extLst>
              </a:tr>
              <a:tr h="35075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Roast Chicken with Skin (g)</a:t>
                      </a: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Middle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-0.025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162044"/>
                  </a:ext>
                </a:extLst>
              </a:tr>
              <a:tr h="35075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849" marR="3849" marT="3849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Old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-0.026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729141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Refried Beans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Middle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322654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Dietary Fiber From Grains (gms)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Old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488362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Coffee Sugar Tea Spoons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Old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-0.430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721639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Refried Beans (cup)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Middle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11.537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897050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 Sugar Tea Spoons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Old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-0.480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295081"/>
                  </a:ext>
                </a:extLst>
              </a:tr>
              <a:tr h="35075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Watermelon (cup)</a:t>
                      </a: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Middle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-0.762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47624"/>
                  </a:ext>
                </a:extLst>
              </a:tr>
              <a:tr h="35075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849" marR="3849" marT="3849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Old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-1.058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718725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Food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Sex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l-GR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β1</a:t>
                      </a:r>
                      <a:endParaRPr lang="el-GR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982071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Pyramid Vegetable Other including tomatoes (cup)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998276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Pyramid Grain Total (1-oz. equivalents)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057002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 Pyramid Dairy - (Milk, Cheese) - (1 cup equiv)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184129"/>
                  </a:ext>
                </a:extLst>
              </a:tr>
              <a:tr h="35075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Watermelon (g)</a:t>
                      </a: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-0.040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669319"/>
                  </a:ext>
                </a:extLst>
              </a:tr>
              <a:tr h="35075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849" marR="3849" marT="3849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174701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Kilocalories per day from Sugary Beverages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151360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Average Daily Intake of Sugary Beverages (gms)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629960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Soy Milk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768832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Average Daily Solid Foods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484262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Roast Chicken with Skin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-0.028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146343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Refried Beans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299464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Other Real Juice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010838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Homemade Iced Tea with Sugar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699815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Dietary Fiber From Grains (gms)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000845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Fried Chicken Skin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-0.043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872269"/>
                  </a:ext>
                </a:extLst>
              </a:tr>
              <a:tr h="3659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Diet Soda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084665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Not Trimmed Beef (g)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222347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Dietary Fiber from Beans (gms)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004887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Milk (cup)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0.462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217063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Coffee Sugar Tea Spoons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-0.323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577686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Real Juice (cup)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-1.860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976756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Refried Beans (cup)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3.861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119495"/>
                  </a:ext>
                </a:extLst>
              </a:tr>
              <a:tr h="3507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 Sugar Tea Spoons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-0.302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222437"/>
                  </a:ext>
                </a:extLst>
              </a:tr>
              <a:tr h="35075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Watermelon (cup)</a:t>
                      </a: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-0.997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66192"/>
                  </a:ext>
                </a:extLst>
              </a:tr>
              <a:tr h="35075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849" marR="3849" marT="3849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-0.772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50" marR="3850" marT="38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219490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705F3906-BEB6-8553-502E-085F904D0F9B}"/>
              </a:ext>
            </a:extLst>
          </p:cNvPr>
          <p:cNvSpPr txBox="1"/>
          <p:nvPr/>
        </p:nvSpPr>
        <p:spPr>
          <a:xfrm>
            <a:off x="28182593" y="6356657"/>
            <a:ext cx="12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81" indent="-342881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Regression of Continuous Food By Age Group/Sex (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&lt; 0.05)</a:t>
            </a:r>
            <a:endParaRPr lang="en-US" sz="2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5435AA70-6A29-C7E2-B527-A9B7B76F8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837534"/>
              </p:ext>
            </p:extLst>
          </p:nvPr>
        </p:nvGraphicFramePr>
        <p:xfrm>
          <a:off x="30632400" y="22368324"/>
          <a:ext cx="10972799" cy="60033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9127">
                  <a:extLst>
                    <a:ext uri="{9D8B030D-6E8A-4147-A177-3AD203B41FA5}">
                      <a16:colId xmlns:a16="http://schemas.microsoft.com/office/drawing/2014/main" val="2786789597"/>
                    </a:ext>
                  </a:extLst>
                </a:gridCol>
                <a:gridCol w="2300338">
                  <a:extLst>
                    <a:ext uri="{9D8B030D-6E8A-4147-A177-3AD203B41FA5}">
                      <a16:colId xmlns:a16="http://schemas.microsoft.com/office/drawing/2014/main" val="2743130723"/>
                    </a:ext>
                  </a:extLst>
                </a:gridCol>
                <a:gridCol w="2061091">
                  <a:extLst>
                    <a:ext uri="{9D8B030D-6E8A-4147-A177-3AD203B41FA5}">
                      <a16:colId xmlns:a16="http://schemas.microsoft.com/office/drawing/2014/main" val="4107047743"/>
                    </a:ext>
                  </a:extLst>
                </a:gridCol>
                <a:gridCol w="2492243">
                  <a:extLst>
                    <a:ext uri="{9D8B030D-6E8A-4147-A177-3AD203B41FA5}">
                      <a16:colId xmlns:a16="http://schemas.microsoft.com/office/drawing/2014/main" val="3876241493"/>
                    </a:ext>
                  </a:extLst>
                </a:gridCol>
              </a:tblGrid>
              <a:tr h="37600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Food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Group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l-GR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β1</a:t>
                      </a:r>
                      <a:endParaRPr lang="el-GR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922269"/>
                  </a:ext>
                </a:extLst>
              </a:tr>
              <a:tr h="3760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Milk Type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Old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Rice Milk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-0.722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654321"/>
                  </a:ext>
                </a:extLst>
              </a:tr>
              <a:tr h="745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Iced Tea Type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Old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Homemade /With Sugar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-0.221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472178"/>
                  </a:ext>
                </a:extLst>
              </a:tr>
              <a:tr h="3760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Chicken Skin Type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Middle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Sometimes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-0.225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729746"/>
                  </a:ext>
                </a:extLst>
              </a:tr>
              <a:tr h="3760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Sugar in Tea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Old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-0.251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088511"/>
                  </a:ext>
                </a:extLst>
              </a:tr>
              <a:tr h="3760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Sugar in Coffee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Old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-0.307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154834"/>
                  </a:ext>
                </a:extLst>
              </a:tr>
              <a:tr h="37600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Food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Sex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l-GR" sz="2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β1</a:t>
                      </a:r>
                      <a:endParaRPr lang="el-GR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215159"/>
                  </a:ext>
                </a:extLst>
              </a:tr>
              <a:tr h="3760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Milk Type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Fat 1%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0.518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43297"/>
                  </a:ext>
                </a:extLst>
              </a:tr>
              <a:tr h="3760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Milk Type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Non-Fat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0.448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520929"/>
                  </a:ext>
                </a:extLst>
              </a:tr>
              <a:tr h="745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Iced Tea Type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Homemade /With Sugar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-0.310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452129"/>
                  </a:ext>
                </a:extLst>
              </a:tr>
              <a:tr h="3760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Fat on Meat Type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Often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0.185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911054"/>
                  </a:ext>
                </a:extLst>
              </a:tr>
              <a:tr h="3760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Chicken Skin Type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Sometimes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-0.262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672777"/>
                  </a:ext>
                </a:extLst>
              </a:tr>
              <a:tr h="3760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Sugar in Tea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-0.299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534951"/>
                  </a:ext>
                </a:extLst>
              </a:tr>
              <a:tr h="3760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Sugar in Coffee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-0.315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006083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3BC279BC-899A-77E4-3D44-B70C65C55522}"/>
              </a:ext>
            </a:extLst>
          </p:cNvPr>
          <p:cNvSpPr txBox="1"/>
          <p:nvPr/>
        </p:nvSpPr>
        <p:spPr>
          <a:xfrm>
            <a:off x="30099000" y="21874604"/>
            <a:ext cx="975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81" indent="-342881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Regression of Categorical Food By Age Group/Sex (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&lt; 0.05)</a:t>
            </a:r>
            <a:endParaRPr lang="en-US" sz="2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1">
            <a:extLst>
              <a:ext uri="{FF2B5EF4-FFF2-40B4-BE49-F238E27FC236}">
                <a16:creationId xmlns:a16="http://schemas.microsoft.com/office/drawing/2014/main" id="{58DF5C43-8BE2-B940-341A-E5C6BB2A0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4179" y="28403490"/>
            <a:ext cx="439922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 (~50 years)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 (~100 years)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202DCA-F6CC-4AA7-9E75-F6F3D3760DC9}"/>
              </a:ext>
            </a:extLst>
          </p:cNvPr>
          <p:cNvSpPr txBox="1"/>
          <p:nvPr/>
        </p:nvSpPr>
        <p:spPr>
          <a:xfrm>
            <a:off x="30264370" y="29794200"/>
            <a:ext cx="1172183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	Circulating VB levels were significantly associated with multiple food items and food groups, particularly those rich in animal-derived products such as red meat, poultry, dairy, and refined grain-based foods. Several of these associations differed by age group, with older adults showing stronger relationships between VB and intake of animal-based foods and sugary beverages. Sex-stratified analyses revealed distinct dietary patterns linked to VB levels among males and females, suggesting potential biological or behavioral contributors to VB variability. </a:t>
            </a:r>
          </a:p>
        </p:txBody>
      </p:sp>
    </p:spTree>
    <p:extLst>
      <p:ext uri="{BB962C8B-B14F-4D97-AF65-F5344CB8AC3E}">
        <p14:creationId xmlns:p14="http://schemas.microsoft.com/office/powerpoint/2010/main" val="2946402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174</TotalTime>
  <Words>1439</Words>
  <Application>Microsoft Office PowerPoint</Application>
  <PresentationFormat>Custom</PresentationFormat>
  <Paragraphs>421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URP Poster Template</dc:title>
  <dc:creator>User</dc:creator>
  <cp:lastModifiedBy>Lim, Gahyun</cp:lastModifiedBy>
  <cp:revision>1</cp:revision>
  <dcterms:created xsi:type="dcterms:W3CDTF">2006-08-16T00:00:00Z</dcterms:created>
  <dcterms:modified xsi:type="dcterms:W3CDTF">2025-11-25T03:39:49Z</dcterms:modified>
  <dc:identifier>DAGA6orcGMY</dc:identifier>
</cp:coreProperties>
</file>